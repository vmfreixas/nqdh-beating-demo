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14"/>
    <p:restoredTop sz="94653"/>
  </p:normalViewPr>
  <p:slideViewPr>
    <p:cSldViewPr snapToGrid="0">
      <p:cViewPr varScale="1">
        <p:scale>
          <a:sx n="57" d="100"/>
          <a:sy n="57" d="100"/>
        </p:scale>
        <p:origin x="176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E62F-E0E4-81EC-0DD2-FC4A13CF2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ED63C-DE68-EF21-8C53-8C258D267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C9B88-B574-5FB4-C809-C931325A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0153-8096-E388-8FF5-E00F4703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FC57-CA49-BD34-531A-9259A05C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4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51DB-DA2B-FDA7-E999-73126B8F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63E0-4830-14F9-0A3A-E7A024D1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9BA0F-828B-36EA-2476-A80CDCB4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48D8F-19DE-F922-B62E-9026788E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E9B3E-2717-6776-1920-82ADE182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6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302D-3E2C-5756-A2A8-763C7B4A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8C7AA-AE47-E94D-ECF5-D28D2B7F1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2CC70-96A8-ACA4-89D0-2DBEDBE1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8CEE4-35A2-8E9B-15D4-DFAA51AA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9C512-4466-836E-D45D-372498CB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8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5B6A-F0AE-CAD0-46D9-A734F8B2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9076C-9F4F-3C3C-C838-98414EDD3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06FE8-7CF8-5B97-6ED5-6355E95E3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1E389-7596-45AE-95AA-019D2324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84995-6ADA-7C7F-1E67-5913EA75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A467E-249E-A342-4879-37B99B7A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0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7339-B8FF-13B1-F702-D9BF3204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19A0E-1C1E-1FB3-F29F-1EC728B61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5C96E-5929-3D13-BB8F-9D6E91C82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7A581-8148-44B7-B524-BC3A2431F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FBBA8-588B-4DCC-CB3B-6B2DE17CF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66204-0F8F-2930-7ECF-11CD6A1C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BCCD22-2F30-54E8-0AC4-F61FD467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FCF38-3CD3-0447-6F0C-7B316968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8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7488-278A-C1FA-C1ED-12DEA1E7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8059-F87F-4131-FD7C-B790C037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4707A-EAA9-9470-EA84-B8BB12D9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E6D0A-ED4A-F5D2-2256-FF954BB6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8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07154-A002-C446-520E-4F26EEA4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2E87C-18FD-0903-0D3C-9E578136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E219-5B0A-00AB-007F-5171924C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9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DA7F-A344-3BBF-5509-B8FFF425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CDD1A-E5B3-EC3D-1CE2-3B70F58F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5F1B4-B27F-E222-C0BC-4D79E1136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C2152-76F2-DCF0-D89D-1CA52E73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BEA93-D6EE-CE45-E3F1-BC02DB76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054EA-2D9A-64EA-62FE-47868257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8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7CE9-15C4-FBF6-415D-61177CB5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4778A-3D72-D8CD-2271-90A9CE89A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227AE-04DF-F6FD-23B3-5B97C6BCC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D8821-F170-C398-36D6-1FE1B7D0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F2CEF-FC8A-DAF9-42B2-21E17955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94248-D927-7C6A-1773-887EF1F9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9D14-B1C8-24C8-F30B-D8C0729B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94195-9DE6-267D-97A6-B0E714A51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CCD1E-5F60-D906-7EB1-5896AF3C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1F1AC-A027-0A57-83DA-94CEDB23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954A-DF20-E31C-FE79-6D75B4B4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6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614B8-56DA-32E0-D5FF-F98797EA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FC2E7-3202-D0E4-1D68-20E8DB3E6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9DCED-C874-26D1-F453-889ADC6A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F192F-A73A-B102-9F2D-A08EE8AE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F1A17-50F5-A12D-EDD1-6B2A0E7E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68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16EC9-4E9C-4D77-A2B4-DC5D3782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3C376-5DE1-32FF-0C36-DE5F33AF8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7A67D-ABD6-493F-B7D4-810653CF8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1B3DC-9F80-884D-A73A-2005D870565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7083A-E70A-80C3-A99F-A081EF318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08AA1-E4D8-5DF9-1A6C-32B42C02A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EF5EE-8FC9-4A44-B7D1-72AA5DB30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9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E41DB5-1CFD-6088-4232-03E3290C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485" y="664029"/>
            <a:ext cx="2465108" cy="2623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95C1E6-B2A8-9F74-3F00-E6EE5A9A6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685" y="664029"/>
            <a:ext cx="2465108" cy="2623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C01E19-5C29-F419-6099-D39C08D4B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485" y="3450772"/>
            <a:ext cx="2465108" cy="2623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FD08EF-C070-0916-39A7-EF796A554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685" y="3450771"/>
            <a:ext cx="2548248" cy="26234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E7929-509E-1893-8683-48B7BA354B6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9885" y="1510385"/>
            <a:ext cx="3707006" cy="38807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405121-FF86-A11D-01BA-A702D1CC764A}"/>
              </a:ext>
            </a:extLst>
          </p:cNvPr>
          <p:cNvSpPr txBox="1"/>
          <p:nvPr/>
        </p:nvSpPr>
        <p:spPr>
          <a:xfrm>
            <a:off x="1828800" y="674915"/>
            <a:ext cx="4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E96156-04D5-EFE3-3DA5-330637D8366A}"/>
              </a:ext>
            </a:extLst>
          </p:cNvPr>
          <p:cNvSpPr txBox="1"/>
          <p:nvPr/>
        </p:nvSpPr>
        <p:spPr>
          <a:xfrm>
            <a:off x="4463142" y="663249"/>
            <a:ext cx="4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17FFB8-73A3-27B3-9D7B-DCAEF544F40C}"/>
              </a:ext>
            </a:extLst>
          </p:cNvPr>
          <p:cNvSpPr txBox="1"/>
          <p:nvPr/>
        </p:nvSpPr>
        <p:spPr>
          <a:xfrm>
            <a:off x="1828800" y="3461657"/>
            <a:ext cx="4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A9DB8-3BEA-C95C-9666-CAF0CB3F751F}"/>
              </a:ext>
            </a:extLst>
          </p:cNvPr>
          <p:cNvSpPr txBox="1"/>
          <p:nvPr/>
        </p:nvSpPr>
        <p:spPr>
          <a:xfrm>
            <a:off x="4563289" y="3449209"/>
            <a:ext cx="4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5794A-8258-4A14-B146-9DAAC6BB77CD}"/>
              </a:ext>
            </a:extLst>
          </p:cNvPr>
          <p:cNvSpPr txBox="1"/>
          <p:nvPr/>
        </p:nvSpPr>
        <p:spPr>
          <a:xfrm>
            <a:off x="7119258" y="1510385"/>
            <a:ext cx="4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1B455-8B8B-DDF4-E06B-7DB8764B2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2843" y="2819853"/>
            <a:ext cx="374106" cy="93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8797DD-04FC-10DF-8DD9-6C85AF42F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61" y="550553"/>
            <a:ext cx="10460477" cy="57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69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Manuel Freixas Lemus</dc:creator>
  <cp:lastModifiedBy>Victor Manuel Freixas Lemus</cp:lastModifiedBy>
  <cp:revision>4</cp:revision>
  <dcterms:created xsi:type="dcterms:W3CDTF">2026-07-13T01:27:55Z</dcterms:created>
  <dcterms:modified xsi:type="dcterms:W3CDTF">2026-07-13T02:05:26Z</dcterms:modified>
</cp:coreProperties>
</file>